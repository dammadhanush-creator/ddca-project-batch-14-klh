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5709900" cy="12172950"/>
  <p:notesSz cx="15709900" cy="121729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8242" y="3773614"/>
            <a:ext cx="13353415" cy="2556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56485" y="6816852"/>
            <a:ext cx="10996930" cy="3043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85495" y="2799778"/>
            <a:ext cx="6833806" cy="80341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090598" y="2799778"/>
            <a:ext cx="6833806" cy="80341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228228"/>
            <a:ext cx="15709391" cy="10920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77773" y="6014188"/>
            <a:ext cx="2554353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5495" y="2799778"/>
            <a:ext cx="14138910" cy="80341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41366" y="11320844"/>
            <a:ext cx="5027168" cy="608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85495" y="11320844"/>
            <a:ext cx="3613277" cy="608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11128" y="11320844"/>
            <a:ext cx="3613277" cy="608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pc="375"/>
              <a:t>DAMMA</a:t>
            </a:r>
            <a:r>
              <a:rPr dirty="0" spc="-160"/>
              <a:t> </a:t>
            </a:r>
            <a:r>
              <a:rPr dirty="0" spc="-50"/>
              <a:t>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6099" y="7823206"/>
            <a:ext cx="7112000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50" spc="8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dirty="0" sz="375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7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37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110">
                <a:solidFill>
                  <a:srgbClr val="FFFFFF"/>
                </a:solidFill>
                <a:latin typeface="Tahoma"/>
                <a:cs typeface="Tahoma"/>
              </a:rPr>
              <a:t>RISC-</a:t>
            </a:r>
            <a:r>
              <a:rPr dirty="0" sz="3750" spc="335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375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50" spc="-10">
                <a:solidFill>
                  <a:srgbClr val="FFFFFF"/>
                </a:solidFill>
                <a:latin typeface="Tahoma"/>
                <a:cs typeface="Tahoma"/>
              </a:rPr>
              <a:t>(LFD110)</a:t>
            </a:r>
            <a:endParaRPr sz="3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1259" y="10184452"/>
            <a:ext cx="277368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75">
                <a:solidFill>
                  <a:srgbClr val="FFFFFF"/>
                </a:solidFill>
                <a:latin typeface="Tahoma"/>
                <a:cs typeface="Tahoma"/>
              </a:rPr>
              <a:t>September</a:t>
            </a:r>
            <a:r>
              <a:rPr dirty="0" sz="22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90">
                <a:solidFill>
                  <a:srgbClr val="FFFFFF"/>
                </a:solidFill>
                <a:latin typeface="Tahoma"/>
                <a:cs typeface="Tahoma"/>
              </a:rPr>
              <a:t>30,</a:t>
            </a:r>
            <a:r>
              <a:rPr dirty="0" sz="22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250" spc="125">
                <a:solidFill>
                  <a:srgbClr val="FFFFFF"/>
                </a:solidFill>
                <a:latin typeface="Tahoma"/>
                <a:cs typeface="Tahoma"/>
              </a:rPr>
              <a:t>2026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75042" y="10184452"/>
            <a:ext cx="208089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180">
                <a:solidFill>
                  <a:srgbClr val="FFFFFF"/>
                </a:solidFill>
                <a:latin typeface="Tahoma"/>
                <a:cs typeface="Tahoma"/>
              </a:rPr>
              <a:t>LF-</a:t>
            </a:r>
            <a:r>
              <a:rPr dirty="0" sz="2250" spc="100">
                <a:solidFill>
                  <a:srgbClr val="FFFFFF"/>
                </a:solidFill>
                <a:latin typeface="Tahoma"/>
                <a:cs typeface="Tahoma"/>
              </a:rPr>
              <a:t>dy00j8ukyy</a:t>
            </a:r>
            <a:endParaRPr sz="2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2026-09-30T15:43:06Z</dcterms:created>
  <dcterms:modified xsi:type="dcterms:W3CDTF">2026-09-30T15:43:06Z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Producer">
    <vt:lpwstr>pdfjs v2.4.7 (github.com/rkusa/pdfjs)</vt:lpwstr>
  </property>
  <property fmtid="{D5CDD505-2E9C-101B-9397-08002B2CF9AE}" pid="5" name="LastSaved">
    <vt:filetime>2026-09-30T00:00:00Z</vt:filetime>
  </property>
</Properties>
</file>